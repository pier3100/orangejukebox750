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2EEA-F941-C670-EC76-9A927057D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4A0EE-964C-29CD-F90D-4C2F7CFC4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1DFB3-F17D-67C7-9AFA-AA128868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E4B4D-5679-9B36-69A9-902F260B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19CE6-BD0E-2DD2-DCAE-E0B447A0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087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2711-538E-02FE-9C47-9BF3F3F0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F2A44-872A-72DA-66C8-E01E326A7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8F75A-EBB6-942A-A423-29CD2C42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CF3ED-A12A-7137-7BB3-3FB5C784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9A0D5-978F-7A63-82AD-F8D88C2A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79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C93C-DBEE-8F90-0B36-88D25215B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9BCA7-496E-BA8D-2738-6875AD979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E88AB-AF2F-DED1-AD21-C2683F69F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FEC49-AEFC-E8D2-EEAA-9D4FA035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5C5FE-9AFF-7AEC-3618-98137F84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032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BE4D-1F71-B139-1B5D-DF042267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7CCCE-C3FB-52A6-DD94-684785383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660B0-DA0F-4897-C69B-D0D4C7860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565CD-91EC-5FD4-6029-7C54665B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B8FCF-512D-22D6-CC2D-E429E4D0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25BE5-322A-1C99-39E8-76F4D476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342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85D2-10EE-938B-BF9F-23FECD468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BF057-8DA8-FCA2-B32A-CAD79D556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3F99D-3EB9-BE24-C2AD-51D82A4B9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99376-B6A2-FD0A-C7C9-EC97D3046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776E8-94E1-F613-D881-F44E0AD9E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7FDCC-E4C4-6E5D-8298-DF97F44E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C4285-88B8-D386-2ABF-0AEA13F1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396F0A-3686-73C1-3F00-789E48E7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883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75EC-E68E-0819-32BF-FBA50990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83454-F391-49EC-F9C8-5567A70A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190E7-37F3-C432-24FA-463888F0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BA2FF-2661-26AF-E028-D8CC7BBB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037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C55C1-6279-7CEA-A8AB-2EB76834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98718-E47B-36DA-50DF-268A4FA0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B395E-0742-4706-CE74-8ACFDB60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804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BD08-2089-2B0F-A663-3B201607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C704D-05F2-8652-0A41-C609ED34A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7B7EF-8D49-B682-00E0-4F45E1BE5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8BC11-C8EE-BE89-F103-774B6492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186D6-B409-E2E1-B8E0-71B5D18E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9B7DF-1BD7-F292-409B-87FB55EE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563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1A32-FAAB-AFE9-E516-5F7B3DFA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22ED6-7F5A-6E68-78B4-AF79E667A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6B7FB-2664-C9BA-C8D3-496978C91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82854-F72B-4014-423E-65F3B10B5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4E40C-A754-64CD-826A-857C6D3A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699D2-ECF8-E72D-683A-163D8834C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3207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59B4-C28C-F00D-C3A8-BCA6BE9E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C5928-6ADB-DE4C-7FB3-9ED6C05D9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74BFC-B944-ED87-FC19-1EA05736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8A331-CB6C-1D8C-2D4F-0A02B79F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FAC8B-4359-D21B-D506-433AB8FE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004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044E35-22D9-8E1D-8471-FCFC0F69B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FAFF9-8DD4-158B-FDA1-05AB6F5A0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87A7-F2BF-AEC7-3384-2062D646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842EA-2379-64A5-7562-B1336EC35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7A816-29A9-24CD-AFFF-50CC0250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503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B9504-6089-2D7F-2852-3AEBCCB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B40F0-1818-CF2C-586E-6CB8354AD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5380B-80C6-4235-EEFE-39C4998B4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6C6F8-B28C-4AB5-86E2-E305B6D93529}" type="datetimeFigureOut">
              <a:rPr lang="nl-NL" smtClean="0"/>
              <a:t>23-2-2026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EF4A8-DE10-1255-C8AE-08AD2FAB6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E94C2-7C9B-8176-3274-D883D6557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648DA-B25A-4902-8662-461FDEDA7D8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982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7A074C-D191-6CBB-77FB-DFF81AF7ED22}"/>
              </a:ext>
            </a:extLst>
          </p:cNvPr>
          <p:cNvSpPr/>
          <p:nvPr/>
        </p:nvSpPr>
        <p:spPr>
          <a:xfrm>
            <a:off x="5159085" y="2545773"/>
            <a:ext cx="3916075" cy="224443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l-NL" dirty="0"/>
              <a:t>DAW (</a:t>
            </a:r>
            <a:r>
              <a:rPr lang="nl-NL" dirty="0" err="1"/>
              <a:t>Reaper</a:t>
            </a:r>
            <a:r>
              <a:rPr lang="nl-NL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D4772-185A-3D8C-1925-3D44969174DC}"/>
              </a:ext>
            </a:extLst>
          </p:cNvPr>
          <p:cNvSpPr/>
          <p:nvPr/>
        </p:nvSpPr>
        <p:spPr>
          <a:xfrm>
            <a:off x="5400025" y="3478992"/>
            <a:ext cx="1439141" cy="417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Deck VST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8499E7-881B-826C-39E2-A9F7B3796E7F}"/>
              </a:ext>
            </a:extLst>
          </p:cNvPr>
          <p:cNvSpPr/>
          <p:nvPr/>
        </p:nvSpPr>
        <p:spPr>
          <a:xfrm>
            <a:off x="5159086" y="1648632"/>
            <a:ext cx="3912178" cy="4156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Python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B2B78C-6826-146C-0286-B92AA5AF3CFB}"/>
              </a:ext>
            </a:extLst>
          </p:cNvPr>
          <p:cNvSpPr/>
          <p:nvPr/>
        </p:nvSpPr>
        <p:spPr>
          <a:xfrm>
            <a:off x="5400025" y="3002974"/>
            <a:ext cx="1984664" cy="417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ReaScript</a:t>
            </a:r>
            <a:r>
              <a:rPr lang="nl-NL" dirty="0"/>
              <a:t> Python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71A6C-460A-E38D-197C-5E49C977C337}"/>
              </a:ext>
            </a:extLst>
          </p:cNvPr>
          <p:cNvSpPr/>
          <p:nvPr/>
        </p:nvSpPr>
        <p:spPr>
          <a:xfrm>
            <a:off x="2215001" y="1323299"/>
            <a:ext cx="1988128" cy="415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/>
              <a:t>Barcode scanner</a:t>
            </a:r>
            <a:endParaRPr lang="nl-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41988-A86C-D31F-3749-28293452020A}"/>
              </a:ext>
            </a:extLst>
          </p:cNvPr>
          <p:cNvSpPr/>
          <p:nvPr/>
        </p:nvSpPr>
        <p:spPr>
          <a:xfrm>
            <a:off x="2224526" y="1915582"/>
            <a:ext cx="1988128" cy="415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/>
              <a:t>Midi device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060F12-F887-05B9-62A4-AB3E2EBB4DF5}"/>
              </a:ext>
            </a:extLst>
          </p:cNvPr>
          <p:cNvSpPr/>
          <p:nvPr/>
        </p:nvSpPr>
        <p:spPr>
          <a:xfrm>
            <a:off x="2205476" y="3304305"/>
            <a:ext cx="1988128" cy="415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8585A-59D3-018C-FF7B-0FCB9AF4E8C5}"/>
              </a:ext>
            </a:extLst>
          </p:cNvPr>
          <p:cNvSpPr/>
          <p:nvPr/>
        </p:nvSpPr>
        <p:spPr>
          <a:xfrm>
            <a:off x="6322217" y="4684762"/>
            <a:ext cx="1589809" cy="4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Soundcard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957124-AF89-F0CE-21B1-6DD8928B6F32}"/>
              </a:ext>
            </a:extLst>
          </p:cNvPr>
          <p:cNvSpPr/>
          <p:nvPr/>
        </p:nvSpPr>
        <p:spPr>
          <a:xfrm>
            <a:off x="5159086" y="5372102"/>
            <a:ext cx="3912178" cy="417600"/>
          </a:xfrm>
          <a:prstGeom prst="rect">
            <a:avLst/>
          </a:prstGeom>
          <a:ln>
            <a:prstDash val="dashDot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Video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Lighting</a:t>
            </a:r>
            <a:r>
              <a:rPr lang="nl-NL" dirty="0"/>
              <a:t> Software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B6263B-C0BF-412C-9768-41FFD2685E91}"/>
              </a:ext>
            </a:extLst>
          </p:cNvPr>
          <p:cNvSpPr/>
          <p:nvPr/>
        </p:nvSpPr>
        <p:spPr>
          <a:xfrm>
            <a:off x="5397037" y="3967940"/>
            <a:ext cx="1439141" cy="417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Deck VST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74FC0E-4E6B-2ECE-B504-35053DF91A85}"/>
              </a:ext>
            </a:extLst>
          </p:cNvPr>
          <p:cNvSpPr/>
          <p:nvPr/>
        </p:nvSpPr>
        <p:spPr>
          <a:xfrm>
            <a:off x="2215001" y="4530860"/>
            <a:ext cx="1988128" cy="415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nl-N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39BAA1-3257-F6F5-7BA5-6513794388AF}"/>
              </a:ext>
            </a:extLst>
          </p:cNvPr>
          <p:cNvSpPr/>
          <p:nvPr/>
        </p:nvSpPr>
        <p:spPr>
          <a:xfrm>
            <a:off x="2357876" y="3456705"/>
            <a:ext cx="1988128" cy="415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/>
              <a:t>Midi device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19AD5B6-F8A1-FF01-C647-B45710665DA0}"/>
              </a:ext>
            </a:extLst>
          </p:cNvPr>
          <p:cNvCxnSpPr>
            <a:cxnSpLocks/>
            <a:stCxn id="7" idx="3"/>
            <a:endCxn id="8" idx="3"/>
          </p:cNvCxnSpPr>
          <p:nvPr/>
        </p:nvCxnSpPr>
        <p:spPr>
          <a:xfrm flipH="1">
            <a:off x="7384689" y="1856452"/>
            <a:ext cx="1686575" cy="1355322"/>
          </a:xfrm>
          <a:prstGeom prst="bentConnector3">
            <a:avLst>
              <a:gd name="adj1" fmla="val -13554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90B58FE-9B18-99AD-56D7-61D54D44C840}"/>
              </a:ext>
            </a:extLst>
          </p:cNvPr>
          <p:cNvCxnSpPr>
            <a:cxnSpLocks/>
            <a:stCxn id="7" idx="3"/>
            <a:endCxn id="6" idx="3"/>
          </p:cNvCxnSpPr>
          <p:nvPr/>
        </p:nvCxnSpPr>
        <p:spPr>
          <a:xfrm flipH="1">
            <a:off x="6839166" y="1856452"/>
            <a:ext cx="2232098" cy="1831340"/>
          </a:xfrm>
          <a:prstGeom prst="bentConnector3">
            <a:avLst>
              <a:gd name="adj1" fmla="val -10241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D3869B3-0B8A-1FC4-7671-19DCC8ED9ED7}"/>
              </a:ext>
            </a:extLst>
          </p:cNvPr>
          <p:cNvCxnSpPr>
            <a:cxnSpLocks/>
            <a:stCxn id="7" idx="3"/>
            <a:endCxn id="20" idx="3"/>
          </p:cNvCxnSpPr>
          <p:nvPr/>
        </p:nvCxnSpPr>
        <p:spPr>
          <a:xfrm flipH="1">
            <a:off x="6836178" y="1856452"/>
            <a:ext cx="2235086" cy="2320288"/>
          </a:xfrm>
          <a:prstGeom prst="bentConnector3">
            <a:avLst>
              <a:gd name="adj1" fmla="val -10228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AF5864F-5ECB-3E85-9AB1-EE3613F4EE19}"/>
              </a:ext>
            </a:extLst>
          </p:cNvPr>
          <p:cNvSpPr txBox="1"/>
          <p:nvPr/>
        </p:nvSpPr>
        <p:spPr>
          <a:xfrm>
            <a:off x="9323928" y="2248914"/>
            <a:ext cx="1345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osc</a:t>
            </a:r>
            <a:endParaRPr lang="nl-NL" dirty="0"/>
          </a:p>
          <a:p>
            <a:r>
              <a:rPr lang="nl-NL" dirty="0" err="1"/>
              <a:t>ableton</a:t>
            </a:r>
            <a:r>
              <a:rPr lang="nl-NL" dirty="0"/>
              <a:t> link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B5CFAFC-C86D-31A7-D11C-7DC55C71E86B}"/>
              </a:ext>
            </a:extLst>
          </p:cNvPr>
          <p:cNvSpPr/>
          <p:nvPr/>
        </p:nvSpPr>
        <p:spPr>
          <a:xfrm>
            <a:off x="9688221" y="4684762"/>
            <a:ext cx="1228725" cy="415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/>
              <a:t>Speakers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ECB33897-7DB8-9A2F-467B-A3ED561762BB}"/>
              </a:ext>
            </a:extLst>
          </p:cNvPr>
          <p:cNvCxnSpPr>
            <a:cxnSpLocks/>
            <a:stCxn id="142" idx="3"/>
            <a:endCxn id="14" idx="1"/>
          </p:cNvCxnSpPr>
          <p:nvPr/>
        </p:nvCxnSpPr>
        <p:spPr>
          <a:xfrm>
            <a:off x="4355529" y="4891079"/>
            <a:ext cx="1966688" cy="24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5BD2B13-CF71-6207-FC7D-EF2EF471EF9B}"/>
              </a:ext>
            </a:extLst>
          </p:cNvPr>
          <p:cNvCxnSpPr>
            <a:stCxn id="14" idx="3"/>
            <a:endCxn id="53" idx="1"/>
          </p:cNvCxnSpPr>
          <p:nvPr/>
        </p:nvCxnSpPr>
        <p:spPr>
          <a:xfrm flipV="1">
            <a:off x="7912026" y="4892581"/>
            <a:ext cx="1776195" cy="9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BDF1806D-C03C-5F40-7DE0-23D5FD4E2D8C}"/>
              </a:ext>
            </a:extLst>
          </p:cNvPr>
          <p:cNvCxnSpPr>
            <a:cxnSpLocks/>
            <a:stCxn id="7" idx="3"/>
            <a:endCxn id="15" idx="3"/>
          </p:cNvCxnSpPr>
          <p:nvPr/>
        </p:nvCxnSpPr>
        <p:spPr>
          <a:xfrm>
            <a:off x="9071264" y="1856452"/>
            <a:ext cx="12700" cy="3724450"/>
          </a:xfrm>
          <a:prstGeom prst="bentConnector3">
            <a:avLst>
              <a:gd name="adj1" fmla="val 1800000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856FBE47-3096-025A-676D-C52C8DE3E598}"/>
              </a:ext>
            </a:extLst>
          </p:cNvPr>
          <p:cNvCxnSpPr>
            <a:stCxn id="7" idx="3"/>
            <a:endCxn id="4" idx="0"/>
          </p:cNvCxnSpPr>
          <p:nvPr/>
        </p:nvCxnSpPr>
        <p:spPr>
          <a:xfrm flipH="1">
            <a:off x="7117123" y="1856452"/>
            <a:ext cx="1954141" cy="689321"/>
          </a:xfrm>
          <a:prstGeom prst="bentConnector4">
            <a:avLst>
              <a:gd name="adj1" fmla="val -11698"/>
              <a:gd name="adj2" fmla="val 65074"/>
            </a:avLst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A974FC2-EE77-BA1B-D717-A52297A68AF9}"/>
              </a:ext>
            </a:extLst>
          </p:cNvPr>
          <p:cNvSpPr/>
          <p:nvPr/>
        </p:nvSpPr>
        <p:spPr>
          <a:xfrm>
            <a:off x="5159085" y="639729"/>
            <a:ext cx="3912178" cy="4156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Music Management Software</a:t>
            </a:r>
          </a:p>
        </p:txBody>
      </p: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9B883350-F9FA-4E0D-6B80-8EB33423DDFE}"/>
              </a:ext>
            </a:extLst>
          </p:cNvPr>
          <p:cNvCxnSpPr>
            <a:stCxn id="138" idx="2"/>
            <a:endCxn id="7" idx="0"/>
          </p:cNvCxnSpPr>
          <p:nvPr/>
        </p:nvCxnSpPr>
        <p:spPr>
          <a:xfrm rot="16200000" flipH="1">
            <a:off x="6818542" y="1351999"/>
            <a:ext cx="593264" cy="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B583F436-E50C-135E-F31B-08F48935B573}"/>
              </a:ext>
            </a:extLst>
          </p:cNvPr>
          <p:cNvSpPr txBox="1"/>
          <p:nvPr/>
        </p:nvSpPr>
        <p:spPr>
          <a:xfrm>
            <a:off x="7115174" y="1159276"/>
            <a:ext cx="1157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library</a:t>
            </a:r>
            <a:r>
              <a:rPr lang="nl-NL" dirty="0"/>
              <a:t> file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166B28B-AD38-4C47-AC0F-AD319F828728}"/>
              </a:ext>
            </a:extLst>
          </p:cNvPr>
          <p:cNvSpPr/>
          <p:nvPr/>
        </p:nvSpPr>
        <p:spPr>
          <a:xfrm>
            <a:off x="2367401" y="4683260"/>
            <a:ext cx="1988128" cy="415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 err="1"/>
              <a:t>Rane</a:t>
            </a:r>
            <a:r>
              <a:rPr lang="nl-NL" dirty="0"/>
              <a:t> </a:t>
            </a:r>
            <a:r>
              <a:rPr lang="nl-NL" dirty="0" err="1"/>
              <a:t>Twelve</a:t>
            </a:r>
            <a:r>
              <a:rPr lang="nl-NL" dirty="0"/>
              <a:t> mk2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0FCADBEB-4526-8145-EE3C-8284A5634DF0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4203129" y="1531118"/>
            <a:ext cx="955957" cy="325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84B7D991-A837-50FF-0238-BFC88E873899}"/>
              </a:ext>
            </a:extLst>
          </p:cNvPr>
          <p:cNvCxnSpPr>
            <a:stCxn id="11" idx="3"/>
            <a:endCxn id="7" idx="1"/>
          </p:cNvCxnSpPr>
          <p:nvPr/>
        </p:nvCxnSpPr>
        <p:spPr>
          <a:xfrm flipV="1">
            <a:off x="4212654" y="1856452"/>
            <a:ext cx="946432" cy="26694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B5B300F9-EED3-8D31-FCB9-D1B6E4413BD4}"/>
              </a:ext>
            </a:extLst>
          </p:cNvPr>
          <p:cNvCxnSpPr>
            <a:stCxn id="30" idx="3"/>
            <a:endCxn id="4" idx="1"/>
          </p:cNvCxnSpPr>
          <p:nvPr/>
        </p:nvCxnSpPr>
        <p:spPr>
          <a:xfrm>
            <a:off x="4346004" y="3664524"/>
            <a:ext cx="813081" cy="346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93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A4DE-DCC3-4904-B896-3012E1FF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39C8-761B-2D2C-276A-3A4A7C7E5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2455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34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 Tabak</dc:creator>
  <cp:lastModifiedBy>Pier Tabak</cp:lastModifiedBy>
  <cp:revision>2</cp:revision>
  <dcterms:created xsi:type="dcterms:W3CDTF">2026-02-23T09:32:49Z</dcterms:created>
  <dcterms:modified xsi:type="dcterms:W3CDTF">2026-02-23T10:25:07Z</dcterms:modified>
</cp:coreProperties>
</file>