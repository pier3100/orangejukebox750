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nl-NL"/>
    </a:defPPr>
    <a:lvl1pPr marL="0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0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0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0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1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1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1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11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41" algn="l" defTabSz="9142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09D9B-7FCD-46D5-A8E4-F593253B2BA0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7C7EA-9CF9-4D67-96C8-D07FC4E6B34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474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072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42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14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286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356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428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498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569" algn="l" defTabSz="914142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7C7EA-9CF9-4D67-96C8-D07FC4E6B34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993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2EEA-F941-C670-EC76-9A927057D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5"/>
            <a:ext cx="9144001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4A0EE-964C-29CD-F90D-4C2F7CFC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1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0" indent="0" algn="ctr">
              <a:buNone/>
              <a:defRPr sz="2000"/>
            </a:lvl2pPr>
            <a:lvl3pPr marL="914442" indent="0" algn="ctr">
              <a:buNone/>
              <a:defRPr sz="1800"/>
            </a:lvl3pPr>
            <a:lvl4pPr marL="1371662" indent="0" algn="ctr">
              <a:buNone/>
              <a:defRPr sz="1599"/>
            </a:lvl4pPr>
            <a:lvl5pPr marL="1828884" indent="0" algn="ctr">
              <a:buNone/>
              <a:defRPr sz="1599"/>
            </a:lvl5pPr>
            <a:lvl6pPr marL="2286105" indent="0" algn="ctr">
              <a:buNone/>
              <a:defRPr sz="1599"/>
            </a:lvl6pPr>
            <a:lvl7pPr marL="2743327" indent="0" algn="ctr">
              <a:buNone/>
              <a:defRPr sz="1599"/>
            </a:lvl7pPr>
            <a:lvl8pPr marL="3200547" indent="0" algn="ctr">
              <a:buNone/>
              <a:defRPr sz="1599"/>
            </a:lvl8pPr>
            <a:lvl9pPr marL="3657769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1DFB3-F17D-67C7-9AFA-AA128868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4B4D-5679-9B36-69A9-902F260B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19CE6-BD0E-2DD2-DCAE-E0B447A0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87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2711-538E-02FE-9C47-9BF3F3F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2A44-872A-72DA-66C8-E01E326A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F75A-EBB6-942A-A423-29CD2C42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F3ED-A12A-7137-7BB3-3FB5C784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9A0D5-978F-7A63-82AD-F8D88C2A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79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C93C-DBEE-8F90-0B36-88D25215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9BCA7-496E-BA8D-2738-6875AD97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1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2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4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62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4pPr>
            <a:lvl5pPr marL="1828884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5pPr>
            <a:lvl6pPr marL="2286105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6pPr>
            <a:lvl7pPr marL="2743327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7pPr>
            <a:lvl8pPr marL="3200547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8pPr>
            <a:lvl9pPr marL="3657769" indent="0">
              <a:buNone/>
              <a:defRPr sz="15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88AB-AF2F-DED1-AD21-C2683F69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EC49-AEFC-E8D2-EEAA-9D4FA03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C5FE-9AFF-7AEC-3618-98137F84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032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BE4D-1F71-B139-1B5D-DF042267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7CCCE-C3FB-52A6-DD94-684785383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660B0-DA0F-4897-C69B-D0D4C7860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565CD-91EC-5FD4-6029-7C54665B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B8FCF-512D-22D6-CC2D-E429E4D0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25BE5-322A-1C99-39E8-76F4D476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342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85D2-10EE-938B-BF9F-23FECD468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6"/>
            <a:ext cx="1051560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BF057-8DA8-FCA2-B32A-CAD79D55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0" indent="0">
              <a:buNone/>
              <a:defRPr sz="2000" b="1"/>
            </a:lvl2pPr>
            <a:lvl3pPr marL="914442" indent="0">
              <a:buNone/>
              <a:defRPr sz="1800" b="1"/>
            </a:lvl3pPr>
            <a:lvl4pPr marL="1371662" indent="0">
              <a:buNone/>
              <a:defRPr sz="1599" b="1"/>
            </a:lvl4pPr>
            <a:lvl5pPr marL="1828884" indent="0">
              <a:buNone/>
              <a:defRPr sz="1599" b="1"/>
            </a:lvl5pPr>
            <a:lvl6pPr marL="2286105" indent="0">
              <a:buNone/>
              <a:defRPr sz="1599" b="1"/>
            </a:lvl6pPr>
            <a:lvl7pPr marL="2743327" indent="0">
              <a:buNone/>
              <a:defRPr sz="1599" b="1"/>
            </a:lvl7pPr>
            <a:lvl8pPr marL="3200547" indent="0">
              <a:buNone/>
              <a:defRPr sz="1599" b="1"/>
            </a:lvl8pPr>
            <a:lvl9pPr marL="3657769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3F99D-3EB9-BE24-C2AD-51D82A4B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99376-B6A2-FD0A-C7C9-EC97D3046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0" indent="0">
              <a:buNone/>
              <a:defRPr sz="2000" b="1"/>
            </a:lvl2pPr>
            <a:lvl3pPr marL="914442" indent="0">
              <a:buNone/>
              <a:defRPr sz="1800" b="1"/>
            </a:lvl3pPr>
            <a:lvl4pPr marL="1371662" indent="0">
              <a:buNone/>
              <a:defRPr sz="1599" b="1"/>
            </a:lvl4pPr>
            <a:lvl5pPr marL="1828884" indent="0">
              <a:buNone/>
              <a:defRPr sz="1599" b="1"/>
            </a:lvl5pPr>
            <a:lvl6pPr marL="2286105" indent="0">
              <a:buNone/>
              <a:defRPr sz="1599" b="1"/>
            </a:lvl6pPr>
            <a:lvl7pPr marL="2743327" indent="0">
              <a:buNone/>
              <a:defRPr sz="1599" b="1"/>
            </a:lvl7pPr>
            <a:lvl8pPr marL="3200547" indent="0">
              <a:buNone/>
              <a:defRPr sz="1599" b="1"/>
            </a:lvl8pPr>
            <a:lvl9pPr marL="3657769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776E8-94E1-F613-D881-F44E0AD9E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7"/>
            <a:ext cx="5183188" cy="3684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7FDCC-E4C4-6E5D-8298-DF97F44E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C4285-88B8-D386-2ABF-0AEA13F1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96F0A-3686-73C1-3F00-789E48E7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883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75EC-E68E-0819-32BF-FBA50990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83454-F391-49EC-F9C8-5567A70A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190E7-37F3-C432-24FA-463888F0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BA2FF-2661-26AF-E028-D8CC7BBB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37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C55C1-6279-7CEA-A8AB-2EB76834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98718-E47B-36DA-50DF-268A4FA0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B395E-0742-4706-CE74-8ACFDB60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804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BD08-2089-2B0F-A663-3B201607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704D-05F2-8652-0A41-C609ED34A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7B7EF-8D49-B682-00E0-4F45E1BE5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220" indent="0">
              <a:buNone/>
              <a:defRPr sz="1400"/>
            </a:lvl2pPr>
            <a:lvl3pPr marL="914442" indent="0">
              <a:buNone/>
              <a:defRPr sz="1200"/>
            </a:lvl3pPr>
            <a:lvl4pPr marL="1371662" indent="0">
              <a:buNone/>
              <a:defRPr sz="999"/>
            </a:lvl4pPr>
            <a:lvl5pPr marL="1828884" indent="0">
              <a:buNone/>
              <a:defRPr sz="999"/>
            </a:lvl5pPr>
            <a:lvl6pPr marL="2286105" indent="0">
              <a:buNone/>
              <a:defRPr sz="999"/>
            </a:lvl6pPr>
            <a:lvl7pPr marL="2743327" indent="0">
              <a:buNone/>
              <a:defRPr sz="999"/>
            </a:lvl7pPr>
            <a:lvl8pPr marL="3200547" indent="0">
              <a:buNone/>
              <a:defRPr sz="999"/>
            </a:lvl8pPr>
            <a:lvl9pPr marL="365776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8BC11-C8EE-BE89-F103-774B6492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186D6-B409-E2E1-B8E0-71B5D18E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9B7DF-1BD7-F292-409B-87FB55EE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563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1A32-FAAB-AFE9-E516-5F7B3DFA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22ED6-7F5A-6E68-78B4-AF79E667A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20" indent="0">
              <a:buNone/>
              <a:defRPr sz="2801"/>
            </a:lvl2pPr>
            <a:lvl3pPr marL="914442" indent="0">
              <a:buNone/>
              <a:defRPr sz="2400"/>
            </a:lvl3pPr>
            <a:lvl4pPr marL="1371662" indent="0">
              <a:buNone/>
              <a:defRPr sz="2000"/>
            </a:lvl4pPr>
            <a:lvl5pPr marL="1828884" indent="0">
              <a:buNone/>
              <a:defRPr sz="2000"/>
            </a:lvl5pPr>
            <a:lvl6pPr marL="2286105" indent="0">
              <a:buNone/>
              <a:defRPr sz="2000"/>
            </a:lvl6pPr>
            <a:lvl7pPr marL="2743327" indent="0">
              <a:buNone/>
              <a:defRPr sz="2000"/>
            </a:lvl7pPr>
            <a:lvl8pPr marL="3200547" indent="0">
              <a:buNone/>
              <a:defRPr sz="2000"/>
            </a:lvl8pPr>
            <a:lvl9pPr marL="3657769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6B7FB-2664-C9BA-C8D3-496978C91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220" indent="0">
              <a:buNone/>
              <a:defRPr sz="1400"/>
            </a:lvl2pPr>
            <a:lvl3pPr marL="914442" indent="0">
              <a:buNone/>
              <a:defRPr sz="1200"/>
            </a:lvl3pPr>
            <a:lvl4pPr marL="1371662" indent="0">
              <a:buNone/>
              <a:defRPr sz="999"/>
            </a:lvl4pPr>
            <a:lvl5pPr marL="1828884" indent="0">
              <a:buNone/>
              <a:defRPr sz="999"/>
            </a:lvl5pPr>
            <a:lvl6pPr marL="2286105" indent="0">
              <a:buNone/>
              <a:defRPr sz="999"/>
            </a:lvl6pPr>
            <a:lvl7pPr marL="2743327" indent="0">
              <a:buNone/>
              <a:defRPr sz="999"/>
            </a:lvl7pPr>
            <a:lvl8pPr marL="3200547" indent="0">
              <a:buNone/>
              <a:defRPr sz="999"/>
            </a:lvl8pPr>
            <a:lvl9pPr marL="365776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82854-F72B-4014-423E-65F3B10B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4E40C-A754-64CD-826A-857C6D3A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699D2-ECF8-E72D-683A-163D8834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320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B4-C28C-F00D-C3A8-BCA6BE9E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C5928-6ADB-DE4C-7FB3-9ED6C05D9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4BFC-B944-ED87-FC19-1EA05736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8A331-CB6C-1D8C-2D4F-0A02B79F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FAC8B-4359-D21B-D506-433AB8FE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004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44E35-22D9-8E1D-8471-FCFC0F69B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3" y="365124"/>
            <a:ext cx="262889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FAFF9-8DD4-158B-FDA1-05AB6F5A0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87A7-F2BF-AEC7-3384-2062D646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842EA-2379-64A5-7562-B1336EC3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7A816-29A9-24CD-AFFF-50CC0250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50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B9504-6089-2D7F-2852-3AEBCCB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B40F0-1818-CF2C-586E-6CB8354AD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380B-80C6-4235-EEFE-39C4998B4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F4A8-DE10-1255-C8AE-08AD2FAB6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E94C2-7C9B-8176-3274-D883D6557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982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4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0" indent="-228610" algn="l" defTabSz="914442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32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2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74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95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16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37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59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79" indent="-228610" algn="l" defTabSz="91444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0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2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2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4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05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27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47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69" algn="l" defTabSz="9144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D6E1-EAB8-6070-2B81-BC63423A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31126B-806F-7023-EB7C-864D0331CC4A}"/>
              </a:ext>
            </a:extLst>
          </p:cNvPr>
          <p:cNvGrpSpPr/>
          <p:nvPr/>
        </p:nvGrpSpPr>
        <p:grpSpPr>
          <a:xfrm>
            <a:off x="219360" y="187447"/>
            <a:ext cx="11834987" cy="6498488"/>
            <a:chOff x="2205477" y="1396815"/>
            <a:chExt cx="8485328" cy="37055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89CCD6-6E34-9AAD-000C-A1F35CFD2F82}"/>
                </a:ext>
              </a:extLst>
            </p:cNvPr>
            <p:cNvSpPr/>
            <p:nvPr/>
          </p:nvSpPr>
          <p:spPr>
            <a:xfrm>
              <a:off x="5159085" y="3269060"/>
              <a:ext cx="3916076" cy="152115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nl-NL" sz="2400" dirty="0"/>
                <a:t>DAW (</a:t>
              </a:r>
              <a:r>
                <a:rPr lang="nl-NL" sz="2400" dirty="0" err="1"/>
                <a:t>Reaper</a:t>
              </a:r>
              <a:r>
                <a:rPr lang="nl-NL" sz="2400" dirty="0"/>
                <a:t>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6E2487-2EAF-5675-EDE0-E9361AE92389}"/>
                </a:ext>
              </a:extLst>
            </p:cNvPr>
            <p:cNvSpPr/>
            <p:nvPr/>
          </p:nvSpPr>
          <p:spPr>
            <a:xfrm>
              <a:off x="5400026" y="3646141"/>
              <a:ext cx="1439142" cy="41759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sz="2400" dirty="0"/>
                <a:t>Deck VST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1D162F-B991-D92E-67B0-70C1E1147EAF}"/>
                </a:ext>
              </a:extLst>
            </p:cNvPr>
            <p:cNvSpPr/>
            <p:nvPr/>
          </p:nvSpPr>
          <p:spPr>
            <a:xfrm>
              <a:off x="5159086" y="2405718"/>
              <a:ext cx="3912179" cy="41563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2400" dirty="0"/>
                <a:t>Python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F63BDC-C30B-3CD5-B509-218C03D4EA92}"/>
                </a:ext>
              </a:extLst>
            </p:cNvPr>
            <p:cNvSpPr/>
            <p:nvPr/>
          </p:nvSpPr>
          <p:spPr>
            <a:xfrm>
              <a:off x="2215001" y="2197367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sz="2400" dirty="0"/>
                <a:t>Barcode scanner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D6AA16-6EFF-E57A-345F-486B598992FA}"/>
                </a:ext>
              </a:extLst>
            </p:cNvPr>
            <p:cNvSpPr/>
            <p:nvPr/>
          </p:nvSpPr>
          <p:spPr>
            <a:xfrm>
              <a:off x="2215001" y="2734444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sz="2400" dirty="0" err="1"/>
                <a:t>Custom</a:t>
              </a:r>
              <a:r>
                <a:rPr lang="nl-NL" sz="2400" dirty="0"/>
                <a:t> controller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3A2470-BB68-4A7D-2970-4971C3CC603B}"/>
                </a:ext>
              </a:extLst>
            </p:cNvPr>
            <p:cNvSpPr/>
            <p:nvPr/>
          </p:nvSpPr>
          <p:spPr>
            <a:xfrm>
              <a:off x="2205477" y="3304306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nl-NL" sz="2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BD55FD-4D5A-A4AF-F5D7-757EF4AA1AB1}"/>
                </a:ext>
              </a:extLst>
            </p:cNvPr>
            <p:cNvSpPr/>
            <p:nvPr/>
          </p:nvSpPr>
          <p:spPr>
            <a:xfrm>
              <a:off x="6322219" y="4684764"/>
              <a:ext cx="1589808" cy="4175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2400" dirty="0"/>
                <a:t>Soundcard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C4CF9A-E0CE-5091-A151-A4BDAAB0BA0A}"/>
                </a:ext>
              </a:extLst>
            </p:cNvPr>
            <p:cNvSpPr/>
            <p:nvPr/>
          </p:nvSpPr>
          <p:spPr>
            <a:xfrm>
              <a:off x="5397038" y="4135090"/>
              <a:ext cx="1439142" cy="41759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sz="2400" dirty="0"/>
                <a:t>Deck VST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4158FB-BAA3-A814-EE3C-639C9D1ADACC}"/>
                </a:ext>
              </a:extLst>
            </p:cNvPr>
            <p:cNvSpPr/>
            <p:nvPr/>
          </p:nvSpPr>
          <p:spPr>
            <a:xfrm>
              <a:off x="2215001" y="4530862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nl-NL" sz="2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6764EA4-2B4A-E1B3-0310-58B1F8BF6BFC}"/>
                </a:ext>
              </a:extLst>
            </p:cNvPr>
            <p:cNvSpPr/>
            <p:nvPr/>
          </p:nvSpPr>
          <p:spPr>
            <a:xfrm>
              <a:off x="2357877" y="3456706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sz="2400" dirty="0"/>
                <a:t>Midi device</a:t>
              </a:r>
            </a:p>
          </p:txBody>
        </p: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48AB0E44-F3B8-75C9-FF4A-57CE8A98DF89}"/>
                </a:ext>
              </a:extLst>
            </p:cNvPr>
            <p:cNvCxnSpPr>
              <a:cxnSpLocks/>
              <a:stCxn id="7" idx="3"/>
              <a:endCxn id="6" idx="3"/>
            </p:cNvCxnSpPr>
            <p:nvPr/>
          </p:nvCxnSpPr>
          <p:spPr>
            <a:xfrm flipH="1">
              <a:off x="6839165" y="2613538"/>
              <a:ext cx="2232098" cy="1241403"/>
            </a:xfrm>
            <a:prstGeom prst="bentConnector3">
              <a:avLst>
                <a:gd name="adj1" fmla="val -10241"/>
              </a:avLst>
            </a:prstGeom>
            <a:ln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D36EFE4D-D5DE-46F9-8B09-3C70798CAEED}"/>
                </a:ext>
              </a:extLst>
            </p:cNvPr>
            <p:cNvCxnSpPr>
              <a:cxnSpLocks/>
              <a:stCxn id="7" idx="3"/>
              <a:endCxn id="20" idx="3"/>
            </p:cNvCxnSpPr>
            <p:nvPr/>
          </p:nvCxnSpPr>
          <p:spPr>
            <a:xfrm flipH="1">
              <a:off x="6836177" y="2613538"/>
              <a:ext cx="2235086" cy="1730350"/>
            </a:xfrm>
            <a:prstGeom prst="bentConnector3">
              <a:avLst>
                <a:gd name="adj1" fmla="val -10228"/>
              </a:avLst>
            </a:prstGeom>
            <a:ln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15A6F3-7D4D-0AFD-D567-F2E01D3FF35C}"/>
                </a:ext>
              </a:extLst>
            </p:cNvPr>
            <p:cNvSpPr txBox="1"/>
            <p:nvPr/>
          </p:nvSpPr>
          <p:spPr>
            <a:xfrm>
              <a:off x="9323929" y="3006002"/>
              <a:ext cx="1245019" cy="545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400" dirty="0" err="1"/>
                <a:t>osc</a:t>
              </a:r>
              <a:endParaRPr lang="nl-NL" sz="2400" dirty="0"/>
            </a:p>
            <a:p>
              <a:r>
                <a:rPr lang="nl-NL" sz="2400" dirty="0" err="1"/>
                <a:t>ableton</a:t>
              </a:r>
              <a:r>
                <a:rPr lang="nl-NL" sz="2400" dirty="0"/>
                <a:t> link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E439D9E-5500-ECA1-C7A9-FF437402511E}"/>
                </a:ext>
              </a:extLst>
            </p:cNvPr>
            <p:cNvSpPr/>
            <p:nvPr/>
          </p:nvSpPr>
          <p:spPr>
            <a:xfrm>
              <a:off x="9462080" y="4684764"/>
              <a:ext cx="1228725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sz="2400" dirty="0"/>
                <a:t>Speakers</a:t>
              </a:r>
            </a:p>
          </p:txBody>
        </p: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102B0D30-E081-12C3-8F15-482083572904}"/>
                </a:ext>
              </a:extLst>
            </p:cNvPr>
            <p:cNvCxnSpPr>
              <a:cxnSpLocks/>
              <a:stCxn id="142" idx="3"/>
              <a:endCxn id="14" idx="1"/>
            </p:cNvCxnSpPr>
            <p:nvPr/>
          </p:nvCxnSpPr>
          <p:spPr>
            <a:xfrm>
              <a:off x="4355530" y="4891079"/>
              <a:ext cx="1966688" cy="248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89B72E3A-DB08-F4A4-4452-0E8284EC7544}"/>
                </a:ext>
              </a:extLst>
            </p:cNvPr>
            <p:cNvCxnSpPr>
              <a:stCxn id="14" idx="3"/>
              <a:endCxn id="53" idx="1"/>
            </p:cNvCxnSpPr>
            <p:nvPr/>
          </p:nvCxnSpPr>
          <p:spPr>
            <a:xfrm flipV="1">
              <a:off x="7912027" y="4892582"/>
              <a:ext cx="1550054" cy="98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: Elbow 136">
              <a:extLst>
                <a:ext uri="{FF2B5EF4-FFF2-40B4-BE49-F238E27FC236}">
                  <a16:creationId xmlns:a16="http://schemas.microsoft.com/office/drawing/2014/main" id="{812F0506-ABF6-E03B-B799-55F3AB74AFC1}"/>
                </a:ext>
              </a:extLst>
            </p:cNvPr>
            <p:cNvCxnSpPr>
              <a:cxnSpLocks/>
              <a:stCxn id="7" idx="3"/>
              <a:endCxn id="4" idx="0"/>
            </p:cNvCxnSpPr>
            <p:nvPr/>
          </p:nvCxnSpPr>
          <p:spPr>
            <a:xfrm flipH="1">
              <a:off x="7117124" y="2613540"/>
              <a:ext cx="1954141" cy="655520"/>
            </a:xfrm>
            <a:prstGeom prst="bentConnector4">
              <a:avLst>
                <a:gd name="adj1" fmla="val -11698"/>
                <a:gd name="adj2" fmla="val 65851"/>
              </a:avLst>
            </a:prstGeom>
            <a:ln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EB747D4-788F-51B3-6137-B91007667432}"/>
                </a:ext>
              </a:extLst>
            </p:cNvPr>
            <p:cNvSpPr/>
            <p:nvPr/>
          </p:nvSpPr>
          <p:spPr>
            <a:xfrm>
              <a:off x="5159085" y="1396815"/>
              <a:ext cx="3912179" cy="41563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2400" dirty="0"/>
                <a:t>Music Management Software</a:t>
              </a:r>
            </a:p>
          </p:txBody>
        </p:sp>
        <p:cxnSp>
          <p:nvCxnSpPr>
            <p:cNvPr id="140" name="Connector: Elbow 139">
              <a:extLst>
                <a:ext uri="{FF2B5EF4-FFF2-40B4-BE49-F238E27FC236}">
                  <a16:creationId xmlns:a16="http://schemas.microsoft.com/office/drawing/2014/main" id="{B57CBBF8-4190-57A4-BB5B-B000257A1B7E}"/>
                </a:ext>
              </a:extLst>
            </p:cNvPr>
            <p:cNvCxnSpPr>
              <a:stCxn id="138" idx="2"/>
              <a:endCxn id="7" idx="0"/>
            </p:cNvCxnSpPr>
            <p:nvPr/>
          </p:nvCxnSpPr>
          <p:spPr>
            <a:xfrm rot="16200000" flipH="1">
              <a:off x="6818542" y="2109086"/>
              <a:ext cx="593264" cy="2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4A4D52-1AA7-1EDF-AF56-0A1CAD05EACF}"/>
                </a:ext>
              </a:extLst>
            </p:cNvPr>
            <p:cNvSpPr txBox="1"/>
            <p:nvPr/>
          </p:nvSpPr>
          <p:spPr>
            <a:xfrm>
              <a:off x="7115175" y="1916364"/>
              <a:ext cx="1065865" cy="303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400" dirty="0" err="1"/>
                <a:t>library</a:t>
              </a:r>
              <a:r>
                <a:rPr lang="nl-NL" sz="2400" dirty="0"/>
                <a:t> file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B152399-434F-AD5F-3E3C-226DAFA3147A}"/>
                </a:ext>
              </a:extLst>
            </p:cNvPr>
            <p:cNvSpPr/>
            <p:nvPr/>
          </p:nvSpPr>
          <p:spPr>
            <a:xfrm>
              <a:off x="2367401" y="4683262"/>
              <a:ext cx="1988128" cy="4156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sz="2400" dirty="0" err="1"/>
                <a:t>Rane</a:t>
              </a:r>
              <a:r>
                <a:rPr lang="nl-NL" sz="2400" dirty="0"/>
                <a:t> </a:t>
              </a:r>
              <a:r>
                <a:rPr lang="nl-NL" sz="2400" dirty="0" err="1"/>
                <a:t>Twelve</a:t>
              </a:r>
              <a:r>
                <a:rPr lang="nl-NL" sz="2400" dirty="0"/>
                <a:t> mk2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ACC819F9-B1AB-BE9E-4CDF-74B9B256F40E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>
              <a:off x="4203130" y="2405184"/>
              <a:ext cx="955957" cy="20835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: Elbow 146">
              <a:extLst>
                <a:ext uri="{FF2B5EF4-FFF2-40B4-BE49-F238E27FC236}">
                  <a16:creationId xmlns:a16="http://schemas.microsoft.com/office/drawing/2014/main" id="{9840720E-B10F-2E2C-F7F5-936E0CFE7508}"/>
                </a:ext>
              </a:extLst>
            </p:cNvPr>
            <p:cNvCxnSpPr>
              <a:cxnSpLocks/>
              <a:stCxn id="11" idx="3"/>
              <a:endCxn id="7" idx="3"/>
            </p:cNvCxnSpPr>
            <p:nvPr/>
          </p:nvCxnSpPr>
          <p:spPr>
            <a:xfrm flipV="1">
              <a:off x="4203131" y="2613540"/>
              <a:ext cx="4868135" cy="328723"/>
            </a:xfrm>
            <a:prstGeom prst="bentConnector3">
              <a:avLst>
                <a:gd name="adj1" fmla="val 104696"/>
              </a:avLst>
            </a:prstGeom>
            <a:ln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: Elbow 148">
              <a:extLst>
                <a:ext uri="{FF2B5EF4-FFF2-40B4-BE49-F238E27FC236}">
                  <a16:creationId xmlns:a16="http://schemas.microsoft.com/office/drawing/2014/main" id="{D4130883-F5E1-E05E-801D-6499518F953F}"/>
                </a:ext>
              </a:extLst>
            </p:cNvPr>
            <p:cNvCxnSpPr>
              <a:cxnSpLocks/>
              <a:stCxn id="30" idx="3"/>
              <a:endCxn id="4" idx="1"/>
            </p:cNvCxnSpPr>
            <p:nvPr/>
          </p:nvCxnSpPr>
          <p:spPr>
            <a:xfrm>
              <a:off x="4346005" y="3664525"/>
              <a:ext cx="813081" cy="365111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861F52-10F4-0AE5-9ECC-4A9AD01F156B}"/>
              </a:ext>
            </a:extLst>
          </p:cNvPr>
          <p:cNvSpPr txBox="1"/>
          <p:nvPr/>
        </p:nvSpPr>
        <p:spPr>
          <a:xfrm>
            <a:off x="219360" y="169266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minimal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8371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80AE44E-D67C-84A6-44A9-EA8E3A6F1EBF}"/>
              </a:ext>
            </a:extLst>
          </p:cNvPr>
          <p:cNvSpPr txBox="1"/>
          <p:nvPr/>
        </p:nvSpPr>
        <p:spPr>
          <a:xfrm>
            <a:off x="219360" y="169266"/>
            <a:ext cx="110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extended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A074C-D191-6CBB-77FB-DFF81AF7ED22}"/>
              </a:ext>
            </a:extLst>
          </p:cNvPr>
          <p:cNvSpPr/>
          <p:nvPr/>
        </p:nvSpPr>
        <p:spPr>
          <a:xfrm>
            <a:off x="4204289" y="2479399"/>
            <a:ext cx="5283463" cy="29439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l-NL" sz="2400" dirty="0"/>
              <a:t>DAW (</a:t>
            </a:r>
            <a:r>
              <a:rPr lang="nl-NL" sz="2400" dirty="0" err="1"/>
              <a:t>Reaper</a:t>
            </a:r>
            <a:r>
              <a:rPr lang="nl-NL" sz="24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D4772-185A-3D8C-1925-3D44969174DC}"/>
              </a:ext>
            </a:extLst>
          </p:cNvPr>
          <p:cNvSpPr/>
          <p:nvPr/>
        </p:nvSpPr>
        <p:spPr>
          <a:xfrm>
            <a:off x="4529360" y="3529671"/>
            <a:ext cx="1941651" cy="469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400" dirty="0"/>
              <a:t>Deck VST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499E7-881B-826C-39E2-A9F7B3796E7F}"/>
              </a:ext>
            </a:extLst>
          </p:cNvPr>
          <p:cNvSpPr/>
          <p:nvPr/>
        </p:nvSpPr>
        <p:spPr>
          <a:xfrm>
            <a:off x="4204294" y="1469741"/>
            <a:ext cx="5278206" cy="4677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/>
              <a:t>Python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2B78C-6826-146C-0286-B92AA5AF3CFB}"/>
              </a:ext>
            </a:extLst>
          </p:cNvPr>
          <p:cNvSpPr/>
          <p:nvPr/>
        </p:nvSpPr>
        <p:spPr>
          <a:xfrm>
            <a:off x="4529362" y="2993950"/>
            <a:ext cx="2677656" cy="469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400" dirty="0" err="1"/>
              <a:t>ReaScript</a:t>
            </a:r>
            <a:r>
              <a:rPr lang="nl-NL" sz="2400" dirty="0"/>
              <a:t> Python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71A6C-460A-E38D-197C-5E49C977C337}"/>
              </a:ext>
            </a:extLst>
          </p:cNvPr>
          <p:cNvSpPr/>
          <p:nvPr/>
        </p:nvSpPr>
        <p:spPr>
          <a:xfrm>
            <a:off x="232211" y="1235256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Barcode scanner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41988-A86C-D31F-3749-28293452020A}"/>
              </a:ext>
            </a:extLst>
          </p:cNvPr>
          <p:cNvSpPr/>
          <p:nvPr/>
        </p:nvSpPr>
        <p:spPr>
          <a:xfrm>
            <a:off x="232211" y="1839695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 err="1"/>
              <a:t>Custom</a:t>
            </a:r>
            <a:r>
              <a:rPr lang="nl-NL" sz="2400" dirty="0"/>
              <a:t> controller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60F12-F887-05B9-62A4-AB3E2EBB4DF5}"/>
              </a:ext>
            </a:extLst>
          </p:cNvPr>
          <p:cNvSpPr/>
          <p:nvPr/>
        </p:nvSpPr>
        <p:spPr>
          <a:xfrm>
            <a:off x="219361" y="3333074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585A-59D3-018C-FF7B-0FCB9AF4E8C5}"/>
              </a:ext>
            </a:extLst>
          </p:cNvPr>
          <p:cNvSpPr/>
          <p:nvPr/>
        </p:nvSpPr>
        <p:spPr>
          <a:xfrm>
            <a:off x="6901121" y="5307157"/>
            <a:ext cx="2144926" cy="469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/>
              <a:t>Soundcard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957124-AF89-F0CE-21B1-6DD8928B6F32}"/>
              </a:ext>
            </a:extLst>
          </p:cNvPr>
          <p:cNvSpPr/>
          <p:nvPr/>
        </p:nvSpPr>
        <p:spPr>
          <a:xfrm>
            <a:off x="4204294" y="6235624"/>
            <a:ext cx="5278206" cy="469975"/>
          </a:xfrm>
          <a:prstGeom prst="rect">
            <a:avLst/>
          </a:prstGeom>
          <a:ln>
            <a:prstDash val="solid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/>
              <a:t>Video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Lighting</a:t>
            </a:r>
            <a:r>
              <a:rPr lang="nl-NL" sz="2400" dirty="0"/>
              <a:t> Software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B6263B-C0BF-412C-9768-41FFD2685E91}"/>
              </a:ext>
            </a:extLst>
          </p:cNvPr>
          <p:cNvSpPr/>
          <p:nvPr/>
        </p:nvSpPr>
        <p:spPr>
          <a:xfrm>
            <a:off x="4525328" y="4079945"/>
            <a:ext cx="1941651" cy="469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2400" dirty="0"/>
              <a:t>Deck VST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74FC0E-4E6B-2ECE-B504-35053DF91A85}"/>
              </a:ext>
            </a:extLst>
          </p:cNvPr>
          <p:cNvSpPr/>
          <p:nvPr/>
        </p:nvSpPr>
        <p:spPr>
          <a:xfrm>
            <a:off x="232209" y="5603411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39BAA1-3257-F6F5-7BA5-6513794388AF}"/>
              </a:ext>
            </a:extLst>
          </p:cNvPr>
          <p:cNvSpPr/>
          <p:nvPr/>
        </p:nvSpPr>
        <p:spPr>
          <a:xfrm>
            <a:off x="424975" y="3504587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Midi device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19AD5B6-F8A1-FF01-C647-B45710665DA0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flipH="1">
            <a:off x="7207019" y="1703623"/>
            <a:ext cx="2275481" cy="1525310"/>
          </a:xfrm>
          <a:prstGeom prst="bentConnector3">
            <a:avLst>
              <a:gd name="adj1" fmla="val -13554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90B58FE-9B18-99AD-56D7-61D54D44C840}"/>
              </a:ext>
            </a:extLst>
          </p:cNvPr>
          <p:cNvCxnSpPr>
            <a:cxnSpLocks/>
            <a:stCxn id="7" idx="3"/>
            <a:endCxn id="6" idx="3"/>
          </p:cNvCxnSpPr>
          <p:nvPr/>
        </p:nvCxnSpPr>
        <p:spPr>
          <a:xfrm flipH="1">
            <a:off x="6471007" y="1703626"/>
            <a:ext cx="3011486" cy="2061032"/>
          </a:xfrm>
          <a:prstGeom prst="bentConnector3">
            <a:avLst>
              <a:gd name="adj1" fmla="val -10241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D3869B3-0B8A-1FC4-7671-19DCC8ED9ED7}"/>
              </a:ext>
            </a:extLst>
          </p:cNvPr>
          <p:cNvCxnSpPr>
            <a:cxnSpLocks/>
            <a:stCxn id="7" idx="3"/>
            <a:endCxn id="20" idx="3"/>
          </p:cNvCxnSpPr>
          <p:nvPr/>
        </p:nvCxnSpPr>
        <p:spPr>
          <a:xfrm flipH="1">
            <a:off x="6466976" y="1703623"/>
            <a:ext cx="3015517" cy="2611304"/>
          </a:xfrm>
          <a:prstGeom prst="bentConnector3">
            <a:avLst>
              <a:gd name="adj1" fmla="val -10228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AF5864F-5ECB-3E85-9AB1-EE3613F4EE19}"/>
              </a:ext>
            </a:extLst>
          </p:cNvPr>
          <p:cNvSpPr txBox="1"/>
          <p:nvPr/>
        </p:nvSpPr>
        <p:spPr>
          <a:xfrm>
            <a:off x="9823384" y="2145314"/>
            <a:ext cx="17365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osc</a:t>
            </a:r>
            <a:endParaRPr lang="nl-NL" sz="2400" dirty="0"/>
          </a:p>
          <a:p>
            <a:r>
              <a:rPr lang="nl-NL" sz="2400" dirty="0" err="1"/>
              <a:t>ableton</a:t>
            </a:r>
            <a:r>
              <a:rPr lang="nl-NL" sz="2400" dirty="0"/>
              <a:t> link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5CFAFC-C86D-31A7-D11C-7DC55C71E86B}"/>
              </a:ext>
            </a:extLst>
          </p:cNvPr>
          <p:cNvSpPr/>
          <p:nvPr/>
        </p:nvSpPr>
        <p:spPr>
          <a:xfrm>
            <a:off x="10314879" y="5307157"/>
            <a:ext cx="1657762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Speakers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CB33897-7DB8-9A2F-467B-A3ED561762BB}"/>
              </a:ext>
            </a:extLst>
          </p:cNvPr>
          <p:cNvCxnSpPr>
            <a:cxnSpLocks/>
            <a:stCxn id="142" idx="3"/>
            <a:endCxn id="14" idx="1"/>
          </p:cNvCxnSpPr>
          <p:nvPr/>
        </p:nvCxnSpPr>
        <p:spPr>
          <a:xfrm flipV="1">
            <a:off x="3120151" y="5542145"/>
            <a:ext cx="3780969" cy="466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5BD2B13-CF71-6207-FC7D-EF2EF471EF9B}"/>
              </a:ext>
            </a:extLst>
          </p:cNvPr>
          <p:cNvCxnSpPr>
            <a:stCxn id="14" idx="3"/>
            <a:endCxn id="53" idx="1"/>
          </p:cNvCxnSpPr>
          <p:nvPr/>
        </p:nvCxnSpPr>
        <p:spPr>
          <a:xfrm flipV="1">
            <a:off x="9046046" y="5541041"/>
            <a:ext cx="1268832" cy="11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BDF1806D-C03C-5F40-7DE0-23D5FD4E2D8C}"/>
              </a:ext>
            </a:extLst>
          </p:cNvPr>
          <p:cNvCxnSpPr>
            <a:cxnSpLocks/>
            <a:stCxn id="7" idx="3"/>
            <a:endCxn id="15" idx="3"/>
          </p:cNvCxnSpPr>
          <p:nvPr/>
        </p:nvCxnSpPr>
        <p:spPr>
          <a:xfrm>
            <a:off x="9482500" y="1703627"/>
            <a:ext cx="17134" cy="4766985"/>
          </a:xfrm>
          <a:prstGeom prst="bent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56FBE47-3096-025A-676D-C52C8DE3E598}"/>
              </a:ext>
            </a:extLst>
          </p:cNvPr>
          <p:cNvCxnSpPr>
            <a:cxnSpLocks/>
            <a:stCxn id="7" idx="3"/>
            <a:endCxn id="4" idx="0"/>
          </p:cNvCxnSpPr>
          <p:nvPr/>
        </p:nvCxnSpPr>
        <p:spPr>
          <a:xfrm flipH="1">
            <a:off x="6846020" y="1703627"/>
            <a:ext cx="2636479" cy="775773"/>
          </a:xfrm>
          <a:prstGeom prst="bentConnector4">
            <a:avLst>
              <a:gd name="adj1" fmla="val -11698"/>
              <a:gd name="adj2" fmla="val 65074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A974FC2-EE77-BA1B-D717-A52297A68AF9}"/>
              </a:ext>
            </a:extLst>
          </p:cNvPr>
          <p:cNvSpPr/>
          <p:nvPr/>
        </p:nvSpPr>
        <p:spPr>
          <a:xfrm>
            <a:off x="4204289" y="334296"/>
            <a:ext cx="5278206" cy="4677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/>
              <a:t>Music Management Software</a:t>
            </a:r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9B883350-F9FA-4E0D-6B80-8EB33423DDFE}"/>
              </a:ext>
            </a:extLst>
          </p:cNvPr>
          <p:cNvCxnSpPr>
            <a:stCxn id="138" idx="2"/>
            <a:endCxn id="7" idx="0"/>
          </p:cNvCxnSpPr>
          <p:nvPr/>
        </p:nvCxnSpPr>
        <p:spPr>
          <a:xfrm rot="16200000" flipH="1">
            <a:off x="6509555" y="1135901"/>
            <a:ext cx="667673" cy="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583F436-E50C-135E-F31B-08F48935B573}"/>
              </a:ext>
            </a:extLst>
          </p:cNvPr>
          <p:cNvSpPr txBox="1"/>
          <p:nvPr/>
        </p:nvSpPr>
        <p:spPr>
          <a:xfrm>
            <a:off x="6843392" y="919007"/>
            <a:ext cx="148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library</a:t>
            </a:r>
            <a:r>
              <a:rPr lang="nl-NL" sz="2400" dirty="0"/>
              <a:t> file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166B28B-AD38-4C47-AC0F-AD319F828728}"/>
              </a:ext>
            </a:extLst>
          </p:cNvPr>
          <p:cNvSpPr/>
          <p:nvPr/>
        </p:nvSpPr>
        <p:spPr>
          <a:xfrm>
            <a:off x="437823" y="5774924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 err="1"/>
              <a:t>Rane</a:t>
            </a:r>
            <a:r>
              <a:rPr lang="nl-NL" sz="2400" dirty="0"/>
              <a:t> </a:t>
            </a:r>
            <a:r>
              <a:rPr lang="nl-NL" sz="2400" dirty="0" err="1"/>
              <a:t>Twelve</a:t>
            </a:r>
            <a:r>
              <a:rPr lang="nl-NL" sz="2400" dirty="0"/>
              <a:t> mk2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0FCADBEB-4526-8145-EE3C-8284A5634DF0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2914544" y="1469137"/>
            <a:ext cx="1289751" cy="2344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84B7D991-A837-50FF-0238-BFC88E873899}"/>
              </a:ext>
            </a:extLst>
          </p:cNvPr>
          <p:cNvCxnSpPr>
            <a:cxnSpLocks/>
            <a:stCxn id="11" idx="3"/>
            <a:endCxn id="7" idx="2"/>
          </p:cNvCxnSpPr>
          <p:nvPr/>
        </p:nvCxnSpPr>
        <p:spPr>
          <a:xfrm flipV="1">
            <a:off x="2914539" y="1937511"/>
            <a:ext cx="3928859" cy="136068"/>
          </a:xfrm>
          <a:prstGeom prst="bentConnector2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B5B300F9-EED3-8D31-FCB9-D1B6E4413BD4}"/>
              </a:ext>
            </a:extLst>
          </p:cNvPr>
          <p:cNvCxnSpPr>
            <a:cxnSpLocks/>
            <a:stCxn id="30" idx="3"/>
            <a:endCxn id="4" idx="1"/>
          </p:cNvCxnSpPr>
          <p:nvPr/>
        </p:nvCxnSpPr>
        <p:spPr>
          <a:xfrm>
            <a:off x="3107303" y="3738471"/>
            <a:ext cx="1096985" cy="21287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3B16496-C930-A30F-2E85-EFCF90B349B8}"/>
              </a:ext>
            </a:extLst>
          </p:cNvPr>
          <p:cNvSpPr/>
          <p:nvPr/>
        </p:nvSpPr>
        <p:spPr>
          <a:xfrm>
            <a:off x="219361" y="4074187"/>
            <a:ext cx="1420961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Joystick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5999A2-8CF2-5BF3-7445-A0D5F2E61505}"/>
              </a:ext>
            </a:extLst>
          </p:cNvPr>
          <p:cNvSpPr/>
          <p:nvPr/>
        </p:nvSpPr>
        <p:spPr>
          <a:xfrm>
            <a:off x="2021153" y="4067882"/>
            <a:ext cx="1634643" cy="474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Hid2Midi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1929F7-16F7-E21C-1C1B-FA99BB34335C}"/>
              </a:ext>
            </a:extLst>
          </p:cNvPr>
          <p:cNvSpPr/>
          <p:nvPr/>
        </p:nvSpPr>
        <p:spPr>
          <a:xfrm>
            <a:off x="219361" y="4778923"/>
            <a:ext cx="2682330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EA8AC6-19D8-7AFD-06D9-55E12DC0C449}"/>
              </a:ext>
            </a:extLst>
          </p:cNvPr>
          <p:cNvSpPr/>
          <p:nvPr/>
        </p:nvSpPr>
        <p:spPr>
          <a:xfrm>
            <a:off x="219361" y="556111"/>
            <a:ext cx="2682328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/>
              <a:t>Library screen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0A5E93-C939-66E7-E2CD-3390FC0BF65C}"/>
              </a:ext>
            </a:extLst>
          </p:cNvPr>
          <p:cNvSpPr/>
          <p:nvPr/>
        </p:nvSpPr>
        <p:spPr>
          <a:xfrm>
            <a:off x="424975" y="4950438"/>
            <a:ext cx="2695179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 err="1"/>
              <a:t>Waveform</a:t>
            </a:r>
            <a:r>
              <a:rPr lang="nl-NL" sz="2400" dirty="0"/>
              <a:t> screen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FEA69F-4390-6F20-4C13-5AE2A177DC36}"/>
              </a:ext>
            </a:extLst>
          </p:cNvPr>
          <p:cNvSpPr/>
          <p:nvPr/>
        </p:nvSpPr>
        <p:spPr>
          <a:xfrm>
            <a:off x="232209" y="2748364"/>
            <a:ext cx="3299387" cy="467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400" dirty="0" err="1"/>
              <a:t>Modulation</a:t>
            </a:r>
            <a:r>
              <a:rPr lang="nl-NL" sz="2400" dirty="0"/>
              <a:t> / </a:t>
            </a:r>
            <a:r>
              <a:rPr lang="nl-NL" sz="2400" dirty="0" err="1"/>
              <a:t>patchbay</a:t>
            </a:r>
            <a:endParaRPr lang="nl-NL" sz="2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9021B62-AF37-62D2-256E-AD12027C8060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1640322" y="4304919"/>
            <a:ext cx="380831" cy="31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F05762C-0F3B-6ECC-E111-74F735E4BD88}"/>
              </a:ext>
            </a:extLst>
          </p:cNvPr>
          <p:cNvCxnSpPr>
            <a:stCxn id="25" idx="3"/>
            <a:endCxn id="4" idx="1"/>
          </p:cNvCxnSpPr>
          <p:nvPr/>
        </p:nvCxnSpPr>
        <p:spPr>
          <a:xfrm flipV="1">
            <a:off x="3655796" y="3951351"/>
            <a:ext cx="548493" cy="3535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380E0FA-E3C7-2AE8-C259-8BCA2A4CF683}"/>
              </a:ext>
            </a:extLst>
          </p:cNvPr>
          <p:cNvCxnSpPr>
            <a:cxnSpLocks/>
            <a:stCxn id="29" idx="3"/>
            <a:endCxn id="8" idx="1"/>
          </p:cNvCxnSpPr>
          <p:nvPr/>
        </p:nvCxnSpPr>
        <p:spPr>
          <a:xfrm>
            <a:off x="3531596" y="2982248"/>
            <a:ext cx="997766" cy="2466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516D6F1-D485-DCEC-D61D-111813699E1F}"/>
              </a:ext>
            </a:extLst>
          </p:cNvPr>
          <p:cNvCxnSpPr>
            <a:stCxn id="20" idx="1"/>
            <a:endCxn id="28" idx="3"/>
          </p:cNvCxnSpPr>
          <p:nvPr/>
        </p:nvCxnSpPr>
        <p:spPr>
          <a:xfrm rot="10800000" flipV="1">
            <a:off x="3120154" y="4314933"/>
            <a:ext cx="1405174" cy="869389"/>
          </a:xfrm>
          <a:prstGeom prst="bentConnector3">
            <a:avLst>
              <a:gd name="adj1" fmla="val 150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38E0FA1-927F-BC07-B552-820A2BEFC727}"/>
              </a:ext>
            </a:extLst>
          </p:cNvPr>
          <p:cNvCxnSpPr>
            <a:stCxn id="6" idx="1"/>
            <a:endCxn id="28" idx="3"/>
          </p:cNvCxnSpPr>
          <p:nvPr/>
        </p:nvCxnSpPr>
        <p:spPr>
          <a:xfrm rot="10800000" flipV="1">
            <a:off x="3120154" y="3764658"/>
            <a:ext cx="1409206" cy="1419663"/>
          </a:xfrm>
          <a:prstGeom prst="bentConnector3">
            <a:avLst>
              <a:gd name="adj1" fmla="val 151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2BFF7F2A-1D6F-C88C-C7EE-003714D2F612}"/>
              </a:ext>
            </a:extLst>
          </p:cNvPr>
          <p:cNvSpPr/>
          <p:nvPr/>
        </p:nvSpPr>
        <p:spPr>
          <a:xfrm>
            <a:off x="6900272" y="4709326"/>
            <a:ext cx="2144926" cy="467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2400" dirty="0" err="1"/>
              <a:t>Effects</a:t>
            </a:r>
            <a:endParaRPr lang="nl-NL" sz="2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A165AC-5040-5833-0CF8-0C85AB394622}"/>
              </a:ext>
            </a:extLst>
          </p:cNvPr>
          <p:cNvSpPr/>
          <p:nvPr/>
        </p:nvSpPr>
        <p:spPr>
          <a:xfrm>
            <a:off x="4539302" y="4709326"/>
            <a:ext cx="1924517" cy="467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2400" dirty="0" err="1"/>
              <a:t>Instruments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30693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76</Words>
  <Application>Microsoft Office PowerPoint</Application>
  <PresentationFormat>Widescreen</PresentationFormat>
  <Paragraphs>40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 Tabak</dc:creator>
  <cp:lastModifiedBy>Pier Tabak</cp:lastModifiedBy>
  <cp:revision>3</cp:revision>
  <dcterms:created xsi:type="dcterms:W3CDTF">2026-02-23T09:32:49Z</dcterms:created>
  <dcterms:modified xsi:type="dcterms:W3CDTF">2026-02-23T13:55:29Z</dcterms:modified>
</cp:coreProperties>
</file>